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428edd19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428edd19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/>
              <a:t>3D</a:t>
            </a:r>
            <a:r>
              <a:rPr lang="ja" sz="3000"/>
              <a:t>レールシューティング制作</a:t>
            </a:r>
            <a:endParaRPr sz="3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1886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200">
                <a:solidFill>
                  <a:schemeClr val="dk1"/>
                </a:solidFill>
              </a:rPr>
              <a:t>LE3B_07_</a:t>
            </a:r>
            <a:r>
              <a:rPr lang="ja" sz="2200">
                <a:solidFill>
                  <a:schemeClr val="dk1"/>
                </a:solidFill>
              </a:rPr>
              <a:t>コイズミ_リョウ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制作概要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